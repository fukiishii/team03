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067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486400" cy="5486400"/>
          </a:xfrm>
          <a:prstGeom prst="ellipse">
            <a:avLst/>
          </a:prstGeom>
          <a:ln w="15875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92640" y="3749040"/>
            <a:ext cx="2377440" cy="2377440"/>
          </a:xfrm>
          <a:prstGeom prst="ellipse">
            <a:avLst/>
          </a:prstGeom>
          <a:ln w="12700">
            <a:solidFill>
              <a:srgbClr val="DEDAC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200" kern="0" spc="200" dirty="0">
                <a:solidFill>
                  <a:srgbClr val="8C8579"/>
                </a:solidFill>
                <a:latin typeface="+mj-lt"/>
                <a:ea typeface="Calibri" pitchFamily="34" charset="-122"/>
                <a:cs typeface="Calibri" pitchFamily="34" charset="-120"/>
              </a:rPr>
              <a:t>ソフトウェア工学</a:t>
            </a:r>
            <a:r>
              <a:rPr lang="en-US" sz="1200" kern="0" spc="200" dirty="0">
                <a:solidFill>
                  <a:srgbClr val="8C8579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kern="0" spc="20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　／　TEAM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3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就活スケジュール管理アプリ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企業ごとの選考情報をひとつにまとめて管理する、就活生のための支援アプリ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ja-JP" dirty="0">
                <a:latin typeface="+mj-ea"/>
                <a:ea typeface="+mj-ea"/>
              </a:rPr>
              <a:t>石井風旗 </a:t>
            </a:r>
            <a:r>
              <a:rPr lang="ja-JP" altLang="en-US" dirty="0">
                <a:latin typeface="+mj-ea"/>
                <a:ea typeface="+mj-ea"/>
              </a:rPr>
              <a:t>　</a:t>
            </a:r>
            <a:r>
              <a:rPr lang="ja-JP" altLang="ja-JP" dirty="0">
                <a:latin typeface="+mj-ea"/>
                <a:ea typeface="+mj-ea"/>
              </a:rPr>
              <a:t>久本慎太 </a:t>
            </a:r>
            <a:r>
              <a:rPr lang="ja-JP" altLang="en-US" dirty="0">
                <a:latin typeface="+mj-ea"/>
                <a:ea typeface="+mj-ea"/>
              </a:rPr>
              <a:t>　</a:t>
            </a:r>
            <a:r>
              <a:rPr lang="ja-JP" altLang="ja-JP" dirty="0">
                <a:latin typeface="+mj-ea"/>
                <a:ea typeface="+mj-ea"/>
              </a:rPr>
              <a:t>篠崎心寧 </a:t>
            </a:r>
            <a:r>
              <a:rPr lang="ja-JP" altLang="en-US" dirty="0">
                <a:latin typeface="+mj-ea"/>
                <a:ea typeface="+mj-ea"/>
              </a:rPr>
              <a:t>　</a:t>
            </a:r>
            <a:r>
              <a:rPr lang="ja-JP" altLang="ja-JP" dirty="0">
                <a:latin typeface="+mj-ea"/>
                <a:ea typeface="+mj-ea"/>
              </a:rPr>
              <a:t>小林優弥</a:t>
            </a:r>
            <a:endParaRPr 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なぜこのアプリを作ったか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78308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83080" y="200253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就活生は複数企業の情報をバラバラに管理しがち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83080" y="242316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ES締切・面接日程・提出物などが企業ごとに散らばり、見落としや二重管理のリスクがある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1051560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830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341985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就活に関する情報を一元管理し、見落としを防止する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38404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ES提出や面接日程などの重要な期限をまとめて管理し、通知機能で提出忘れを防ぐ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389120"/>
            <a:ext cx="1051560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4544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4837176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就職活動を行う大学生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52578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インターンシップや本選考を受ける学生を主な対象としている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5つの画面で就活を一元管理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8884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8884" y="2578608"/>
            <a:ext cx="182880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68884" y="2743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一覧確認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8884" y="34930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締切が近い順にタスクを表示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57373" y="1920240"/>
            <a:ext cx="11430" cy="301752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890876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90876" y="2578608"/>
            <a:ext cx="182880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890876" y="2743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カレンダー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890876" y="34930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月表示で予定をひと目で確認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79365" y="1920240"/>
            <a:ext cx="11430" cy="301752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112868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12868" y="2578608"/>
            <a:ext cx="182880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112868" y="2743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企業一覧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12868" y="34930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登録企業を検索・管理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01357" y="1920240"/>
            <a:ext cx="11430" cy="301752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334860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34860" y="2578608"/>
            <a:ext cx="182880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34860" y="2743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企業追加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・編集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34860" y="34930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企業ごとの選考情報を登録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23349" y="1920240"/>
            <a:ext cx="11430" cy="301752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556852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56852" y="2578608"/>
            <a:ext cx="182880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9556852" y="2743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通知設定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556852" y="349300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通知タイミングをカスタマイズ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　詳しい操作はこのあとのデモでご覧いただきます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33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工夫した点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00200" y="16916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全画面で共有するデータ構造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00200" y="216712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企業データを1つのクラス（CompanyRepository）で一元管理。どの画面から追加・編集しても、他の画面に常に最新の情報が反映される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0994" y="1737360"/>
            <a:ext cx="11430" cy="347472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822960" y="3474720"/>
            <a:ext cx="1060704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00800" y="1691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78040" y="16916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締切状況を色で直感的に可視化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216712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ToDoリストでは期限切れ＝赤、期限間近＝黄の警告帯を表示。選考が終わった企業は対象外にするなど、必要な情報だけを目立たせる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1060704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6576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選考結果をピル型ボタンで選択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413308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「選考中／合格／不合格」をワンタップで切り替えられるUIにし、入力の手間を減らした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0994" y="1737360"/>
            <a:ext cx="11430" cy="347472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78040" y="36576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日付の自動補正・妥当性チェック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413308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「2026/7/9」のようなゼロ埋めなしの入力も自動で整形。うるう年を含む実在しない日付は保存前に弾く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500" b="1" dirty="0">
                <a:solidFill>
                  <a:srgbClr val="33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開発していく中</a:t>
            </a:r>
            <a:r>
              <a:rPr lang="en-US" sz="2500" b="1" dirty="0" err="1">
                <a:solidFill>
                  <a:srgbClr val="33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で難しかったこと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91640" y="1600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テキスト入力欄の自作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91640" y="19476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Processingには標準の入力欄がないため、クリック・キー入力を管理する共通クラス（InputField）を自作し、10箇所の入力欄で再利用した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587752"/>
            <a:ext cx="1033272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22960" y="271576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7157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日本語入力への対応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30632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ローマ字入力しか受け付けられない制約があり、クリップボード貼り付け（Ctrl+V）に対応することで日本語の企業名などを入力可能にした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33272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83133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画面間のデータ整合性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41788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企業情報を編集した内容が、一覧・カレンダー・ToDo・通知の全画面に矛盾なく反映されるよう、共有データ構造を中心に設計した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818888"/>
            <a:ext cx="10332720" cy="11430"/>
          </a:xfrm>
          <a:prstGeom prst="rect">
            <a:avLst/>
          </a:prstGeom>
          <a:solidFill>
            <a:srgbClr val="DEDA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822960" y="494690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9D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494690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複数人での開発体制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529437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共有ファイルの競合など、チーム開発ならではのトラブルに直面。都度原因を切り分けてテスト・修正を重ね、動作を安定させた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4572000" cy="4572000"/>
          </a:xfrm>
          <a:prstGeom prst="ellipse">
            <a:avLst/>
          </a:prstGeom>
          <a:ln w="15875">
            <a:solidFill>
              <a:srgbClr val="C9D6D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3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048256"/>
            <a:ext cx="100584" cy="100584"/>
          </a:xfrm>
          <a:prstGeom prst="ellipse">
            <a:avLst/>
          </a:prstGeom>
          <a:ln w="15875">
            <a:solidFill>
              <a:srgbClr val="6E8C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188720" y="191109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就活生の「情報がバラバラで管理しづらい」という課題に対し、5つの画面で一元管理できるアプリを開発した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761488"/>
            <a:ext cx="100584" cy="100584"/>
          </a:xfrm>
          <a:prstGeom prst="ellipse">
            <a:avLst/>
          </a:prstGeom>
          <a:ln w="15875">
            <a:solidFill>
              <a:srgbClr val="6E8C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188720" y="26243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共有データ構造と色による可視化で、直感的に使えるUIを目指した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474720"/>
            <a:ext cx="100584" cy="100584"/>
          </a:xfrm>
          <a:prstGeom prst="ellipse">
            <a:avLst/>
          </a:prstGeom>
          <a:ln w="15875">
            <a:solidFill>
              <a:srgbClr val="6E8C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188720" y="33375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入力欄の自作や日本語入力対応など、Processingならではの制約にも工夫して対応した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5280" y="5008880"/>
            <a:ext cx="92760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 i="1" dirty="0">
                <a:solidFill>
                  <a:srgbClr val="6E8CA0"/>
                </a:solidFill>
                <a:latin typeface="Cambria" pitchFamily="34" charset="0"/>
              </a:rPr>
              <a:t>ご視聴ありがとうございました。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210</Words>
  <Application>Microsoft Office PowerPoint</Application>
  <PresentationFormat>ワイド画面</PresentationFormat>
  <Paragraphs>77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就活スケジュール管理アプリ</dc:title>
  <dc:subject>PptxGenJS Presentation</dc:subject>
  <dc:creator>team03</dc:creator>
  <cp:lastModifiedBy>心寧 篠崎</cp:lastModifiedBy>
  <cp:revision>2</cp:revision>
  <dcterms:created xsi:type="dcterms:W3CDTF">2026-07-22T02:40:57Z</dcterms:created>
  <dcterms:modified xsi:type="dcterms:W3CDTF">2026-07-22T03:36:10Z</dcterms:modified>
</cp:coreProperties>
</file>