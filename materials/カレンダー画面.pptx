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6" y="-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優弥 小林" userId="0d844fc1ec927ef6" providerId="LiveId" clId="{DFB6CBFC-65B7-45DB-9C2B-7BACCF497A33}"/>
    <pc:docChg chg="undo custSel addSld delSld modSld">
      <pc:chgData name="優弥 小林" userId="0d844fc1ec927ef6" providerId="LiveId" clId="{DFB6CBFC-65B7-45DB-9C2B-7BACCF497A33}" dt="2026-07-04T08:05:59.672" v="421" actId="2696"/>
      <pc:docMkLst>
        <pc:docMk/>
      </pc:docMkLst>
      <pc:sldChg chg="addSp delSp modSp del mod">
        <pc:chgData name="優弥 小林" userId="0d844fc1ec927ef6" providerId="LiveId" clId="{DFB6CBFC-65B7-45DB-9C2B-7BACCF497A33}" dt="2026-07-04T08:05:59.672" v="421" actId="2696"/>
        <pc:sldMkLst>
          <pc:docMk/>
          <pc:sldMk cId="3772922331" sldId="256"/>
        </pc:sldMkLst>
        <pc:spChg chg="add mod">
          <ac:chgData name="優弥 小林" userId="0d844fc1ec927ef6" providerId="LiveId" clId="{DFB6CBFC-65B7-45DB-9C2B-7BACCF497A33}" dt="2026-07-01T02:38:48.958" v="218" actId="14100"/>
          <ac:spMkLst>
            <pc:docMk/>
            <pc:sldMk cId="3772922331" sldId="256"/>
            <ac:spMk id="4" creationId="{89D732EB-B041-746F-F356-B2E3DF05ADDC}"/>
          </ac:spMkLst>
        </pc:spChg>
        <pc:spChg chg="add mod">
          <ac:chgData name="優弥 小林" userId="0d844fc1ec927ef6" providerId="LiveId" clId="{DFB6CBFC-65B7-45DB-9C2B-7BACCF497A33}" dt="2026-07-01T02:36:37.842" v="176" actId="14100"/>
          <ac:spMkLst>
            <pc:docMk/>
            <pc:sldMk cId="3772922331" sldId="256"/>
            <ac:spMk id="8" creationId="{A5898E0D-CCF4-AA62-6A9B-717A9EAFA149}"/>
          </ac:spMkLst>
        </pc:spChg>
        <pc:spChg chg="add mod">
          <ac:chgData name="優弥 小林" userId="0d844fc1ec927ef6" providerId="LiveId" clId="{DFB6CBFC-65B7-45DB-9C2B-7BACCF497A33}" dt="2026-07-01T02:22:34.426" v="154" actId="1076"/>
          <ac:spMkLst>
            <pc:docMk/>
            <pc:sldMk cId="3772922331" sldId="256"/>
            <ac:spMk id="9" creationId="{95753E98-46E0-265A-BBBA-83B7BC04FF4E}"/>
          </ac:spMkLst>
        </pc:spChg>
        <pc:spChg chg="add mod">
          <ac:chgData name="優弥 小林" userId="0d844fc1ec927ef6" providerId="LiveId" clId="{DFB6CBFC-65B7-45DB-9C2B-7BACCF497A33}" dt="2026-07-01T02:37:29.946" v="215" actId="1076"/>
          <ac:spMkLst>
            <pc:docMk/>
            <pc:sldMk cId="3772922331" sldId="256"/>
            <ac:spMk id="10" creationId="{358BD9FC-6F34-F4CE-D8FA-8EF479600654}"/>
          </ac:spMkLst>
        </pc:spChg>
        <pc:picChg chg="add mod">
          <ac:chgData name="優弥 小林" userId="0d844fc1ec927ef6" providerId="LiveId" clId="{DFB6CBFC-65B7-45DB-9C2B-7BACCF497A33}" dt="2026-07-01T02:20:50.065" v="114" actId="1076"/>
          <ac:picMkLst>
            <pc:docMk/>
            <pc:sldMk cId="3772922331" sldId="256"/>
            <ac:picMk id="6" creationId="{0DF1A274-27CB-C463-9295-C00AE8271464}"/>
          </ac:picMkLst>
        </pc:picChg>
      </pc:sldChg>
      <pc:sldChg chg="addSp delSp modSp add del mod">
        <pc:chgData name="優弥 小林" userId="0d844fc1ec927ef6" providerId="LiveId" clId="{DFB6CBFC-65B7-45DB-9C2B-7BACCF497A33}" dt="2026-07-04T08:05:57.497" v="420" actId="2696"/>
        <pc:sldMkLst>
          <pc:docMk/>
          <pc:sldMk cId="3551716089" sldId="257"/>
        </pc:sldMkLst>
        <pc:spChg chg="mod">
          <ac:chgData name="優弥 小林" userId="0d844fc1ec927ef6" providerId="LiveId" clId="{DFB6CBFC-65B7-45DB-9C2B-7BACCF497A33}" dt="2026-07-01T02:39:51.681" v="259" actId="1076"/>
          <ac:spMkLst>
            <pc:docMk/>
            <pc:sldMk cId="3551716089" sldId="257"/>
            <ac:spMk id="9" creationId="{E4B04494-2F49-1393-F442-9EA8C252FF2B}"/>
          </ac:spMkLst>
        </pc:spChg>
        <pc:graphicFrameChg chg="add mod modGraphic">
          <ac:chgData name="優弥 小林" userId="0d844fc1ec927ef6" providerId="LiveId" clId="{DFB6CBFC-65B7-45DB-9C2B-7BACCF497A33}" dt="2026-07-01T02:46:27.057" v="375" actId="20577"/>
          <ac:graphicFrameMkLst>
            <pc:docMk/>
            <pc:sldMk cId="3551716089" sldId="257"/>
            <ac:graphicFrameMk id="2" creationId="{A4177828-DEC3-5E45-F2F8-BED4E7762152}"/>
          </ac:graphicFrameMkLst>
        </pc:graphicFrameChg>
        <pc:graphicFrameChg chg="add del mod">
          <ac:chgData name="優弥 小林" userId="0d844fc1ec927ef6" providerId="LiveId" clId="{DFB6CBFC-65B7-45DB-9C2B-7BACCF497A33}" dt="2026-07-03T02:54:48.905" v="378" actId="478"/>
          <ac:graphicFrameMkLst>
            <pc:docMk/>
            <pc:sldMk cId="3551716089" sldId="257"/>
            <ac:graphicFrameMk id="3" creationId="{97697BD3-9DDE-20BF-8A19-CEE7988D5449}"/>
          </ac:graphicFrameMkLst>
        </pc:graphicFrameChg>
      </pc:sldChg>
      <pc:sldChg chg="addSp delSp modSp new del mod">
        <pc:chgData name="優弥 小林" userId="0d844fc1ec927ef6" providerId="LiveId" clId="{DFB6CBFC-65B7-45DB-9C2B-7BACCF497A33}" dt="2026-07-03T03:37:38.469" v="416" actId="2696"/>
        <pc:sldMkLst>
          <pc:docMk/>
          <pc:sldMk cId="1932865888" sldId="258"/>
        </pc:sldMkLst>
        <pc:spChg chg="add del mod">
          <ac:chgData name="優弥 小林" userId="0d844fc1ec927ef6" providerId="LiveId" clId="{DFB6CBFC-65B7-45DB-9C2B-7BACCF497A33}" dt="2026-07-03T03:22:31.888" v="385"/>
          <ac:spMkLst>
            <pc:docMk/>
            <pc:sldMk cId="1932865888" sldId="258"/>
            <ac:spMk id="3" creationId="{ECE980D4-B5AD-AA0C-D203-86DB9467496A}"/>
          </ac:spMkLst>
        </pc:spChg>
        <pc:picChg chg="add mod modCrop">
          <ac:chgData name="優弥 小林" userId="0d844fc1ec927ef6" providerId="LiveId" clId="{DFB6CBFC-65B7-45DB-9C2B-7BACCF497A33}" dt="2026-07-03T03:33:06.545" v="404" actId="1076"/>
          <ac:picMkLst>
            <pc:docMk/>
            <pc:sldMk cId="1932865888" sldId="258"/>
            <ac:picMk id="5" creationId="{F9427E55-F08E-C755-7AFC-85B714D4ED5D}"/>
          </ac:picMkLst>
        </pc:picChg>
      </pc:sldChg>
      <pc:sldChg chg="addSp delSp modSp new del mod setBg">
        <pc:chgData name="優弥 小林" userId="0d844fc1ec927ef6" providerId="LiveId" clId="{DFB6CBFC-65B7-45DB-9C2B-7BACCF497A33}" dt="2026-07-03T03:37:41.023" v="417" actId="2696"/>
        <pc:sldMkLst>
          <pc:docMk/>
          <pc:sldMk cId="526775991" sldId="259"/>
        </pc:sldMkLst>
        <pc:spChg chg="add del">
          <ac:chgData name="優弥 小林" userId="0d844fc1ec927ef6" providerId="LiveId" clId="{DFB6CBFC-65B7-45DB-9C2B-7BACCF497A33}" dt="2026-07-03T03:32:39.594" v="400" actId="26606"/>
          <ac:spMkLst>
            <pc:docMk/>
            <pc:sldMk cId="526775991" sldId="259"/>
            <ac:spMk id="8" creationId="{42A4FC2C-047E-45A5-965D-8E1E3BF09BC6}"/>
          </ac:spMkLst>
        </pc:spChg>
        <pc:picChg chg="add mod modCrop">
          <ac:chgData name="優弥 小林" userId="0d844fc1ec927ef6" providerId="LiveId" clId="{DFB6CBFC-65B7-45DB-9C2B-7BACCF497A33}" dt="2026-07-03T03:32:53.201" v="403" actId="1076"/>
          <ac:picMkLst>
            <pc:docMk/>
            <pc:sldMk cId="526775991" sldId="259"/>
            <ac:picMk id="3" creationId="{3F0746E6-B269-65D5-1D10-60048C70A470}"/>
          </ac:picMkLst>
        </pc:picChg>
      </pc:sldChg>
      <pc:sldChg chg="addSp delSp modSp new mod">
        <pc:chgData name="優弥 小林" userId="0d844fc1ec927ef6" providerId="LiveId" clId="{DFB6CBFC-65B7-45DB-9C2B-7BACCF497A33}" dt="2026-07-04T08:04:38.064" v="419" actId="1076"/>
        <pc:sldMkLst>
          <pc:docMk/>
          <pc:sldMk cId="1881474528" sldId="260"/>
        </pc:sldMkLst>
        <pc:picChg chg="add mod modCrop">
          <ac:chgData name="優弥 小林" userId="0d844fc1ec927ef6" providerId="LiveId" clId="{DFB6CBFC-65B7-45DB-9C2B-7BACCF497A33}" dt="2026-07-04T08:04:38.064" v="419" actId="1076"/>
          <ac:picMkLst>
            <pc:docMk/>
            <pc:sldMk cId="1881474528" sldId="260"/>
            <ac:picMk id="3" creationId="{A31E5424-CAEB-000A-B227-E78BFA8D7DD9}"/>
          </ac:picMkLst>
        </pc:picChg>
        <pc:inkChg chg="add">
          <ac:chgData name="優弥 小林" userId="0d844fc1ec927ef6" providerId="LiveId" clId="{DFB6CBFC-65B7-45DB-9C2B-7BACCF497A33}" dt="2026-07-03T03:36:16.380" v="410" actId="9405"/>
          <ac:inkMkLst>
            <pc:docMk/>
            <pc:sldMk cId="1881474528" sldId="260"/>
            <ac:inkMk id="4" creationId="{894ACE02-E80A-79FC-F88C-E86AEAC5B3FB}"/>
          </ac:inkMkLst>
        </pc:inkChg>
        <pc:inkChg chg="add del">
          <ac:chgData name="優弥 小林" userId="0d844fc1ec927ef6" providerId="LiveId" clId="{DFB6CBFC-65B7-45DB-9C2B-7BACCF497A33}" dt="2026-07-03T03:36:25.868" v="412"/>
          <ac:inkMkLst>
            <pc:docMk/>
            <pc:sldMk cId="1881474528" sldId="260"/>
            <ac:inkMk id="5" creationId="{20F6E484-9953-1314-777C-1D202ED935F8}"/>
          </ac:inkMkLst>
        </pc:inkChg>
        <pc:inkChg chg="add mod">
          <ac:chgData name="優弥 小林" userId="0d844fc1ec927ef6" providerId="LiveId" clId="{DFB6CBFC-65B7-45DB-9C2B-7BACCF497A33}" dt="2026-07-03T03:36:29.065" v="413"/>
          <ac:inkMkLst>
            <pc:docMk/>
            <pc:sldMk cId="1881474528" sldId="260"/>
            <ac:inkMk id="6" creationId="{7CB3D994-3D63-D832-66D0-C726DE2EF5BF}"/>
          </ac:inkMkLst>
        </pc:inkChg>
        <pc:inkChg chg="add del">
          <ac:chgData name="優弥 小林" userId="0d844fc1ec927ef6" providerId="LiveId" clId="{DFB6CBFC-65B7-45DB-9C2B-7BACCF497A33}" dt="2026-07-03T03:36:33.345" v="415"/>
          <ac:inkMkLst>
            <pc:docMk/>
            <pc:sldMk cId="1881474528" sldId="260"/>
            <ac:inkMk id="7" creationId="{1F7986B5-262B-3775-9595-40A562A72AAC}"/>
          </ac:inkMkLst>
        </pc:inkChg>
        <pc:inkChg chg="add">
          <ac:chgData name="優弥 小林" userId="0d844fc1ec927ef6" providerId="LiveId" clId="{DFB6CBFC-65B7-45DB-9C2B-7BACCF497A33}" dt="2026-07-03T03:36:33.345" v="415"/>
          <ac:inkMkLst>
            <pc:docMk/>
            <pc:sldMk cId="1881474528" sldId="260"/>
            <ac:inkMk id="8" creationId="{CECD52E2-73E3-6426-50AA-C5AE83C502BB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3:36:16.3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3:36:25.8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24571,'0'903'0,"3801"-903"0,-3801-903 0,-3801 903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3:36:33.3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23 24423,'2987'-23'0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1689-91D0-4474-9DC1-1AEEE1D4FF1E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A3940-1699-4588-8497-31FF31FE9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6452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1689-91D0-4474-9DC1-1AEEE1D4FF1E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A3940-1699-4588-8497-31FF31FE9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017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1689-91D0-4474-9DC1-1AEEE1D4FF1E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A3940-1699-4588-8497-31FF31FE9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877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1689-91D0-4474-9DC1-1AEEE1D4FF1E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A3940-1699-4588-8497-31FF31FE9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9239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1689-91D0-4474-9DC1-1AEEE1D4FF1E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A3940-1699-4588-8497-31FF31FE9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987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1689-91D0-4474-9DC1-1AEEE1D4FF1E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A3940-1699-4588-8497-31FF31FE9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7096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1689-91D0-4474-9DC1-1AEEE1D4FF1E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A3940-1699-4588-8497-31FF31FE9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16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1689-91D0-4474-9DC1-1AEEE1D4FF1E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A3940-1699-4588-8497-31FF31FE9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023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1689-91D0-4474-9DC1-1AEEE1D4FF1E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A3940-1699-4588-8497-31FF31FE9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1741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1689-91D0-4474-9DC1-1AEEE1D4FF1E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A3940-1699-4588-8497-31FF31FE9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1689-91D0-4474-9DC1-1AEEE1D4FF1E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A3940-1699-4588-8497-31FF31FE9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0419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C11689-91D0-4474-9DC1-1AEEE1D4FF1E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A3940-1699-4588-8497-31FF31FE95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6642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31E5424-CAEB-000A-B227-E78BFA8D7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0342" r="29059" b="6239"/>
          <a:stretch>
            <a:fillRect/>
          </a:stretch>
        </p:blipFill>
        <p:spPr>
          <a:xfrm>
            <a:off x="948267" y="889000"/>
            <a:ext cx="7027333" cy="4648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インク 3">
                <a:extLst>
                  <a:ext uri="{FF2B5EF4-FFF2-40B4-BE49-F238E27FC236}">
                    <a16:creationId xmlns:a16="http://schemas.microsoft.com/office/drawing/2014/main" id="{894ACE02-E80A-79FC-F88C-E86AEAC5B3FB}"/>
                  </a:ext>
                </a:extLst>
              </p14:cNvPr>
              <p14:cNvContentPartPr/>
              <p14:nvPr/>
            </p14:nvContentPartPr>
            <p14:xfrm>
              <a:off x="6654600" y="4715800"/>
              <a:ext cx="360" cy="360"/>
            </p14:xfrm>
          </p:contentPart>
        </mc:Choice>
        <mc:Fallback xmlns="">
          <p:pic>
            <p:nvPicPr>
              <p:cNvPr id="4" name="インク 3">
                <a:extLst>
                  <a:ext uri="{FF2B5EF4-FFF2-40B4-BE49-F238E27FC236}">
                    <a16:creationId xmlns:a16="http://schemas.microsoft.com/office/drawing/2014/main" id="{894ACE02-E80A-79FC-F88C-E86AEAC5B3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91960" y="465316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7CB3D994-3D63-D832-66D0-C726DE2EF5BF}"/>
                  </a:ext>
                </a:extLst>
              </p14:cNvPr>
              <p14:cNvContentPartPr/>
              <p14:nvPr/>
            </p14:nvContentPartPr>
            <p14:xfrm>
              <a:off x="6508968" y="4416072"/>
              <a:ext cx="1368744" cy="325496"/>
            </p14:xfrm>
          </p:contentPart>
        </mc:Choice>
        <mc:Fallback xmlns=""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7CB3D994-3D63-D832-66D0-C726DE2EF5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45967" y="4353061"/>
                <a:ext cx="1494386" cy="4511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インク 7">
                <a:extLst>
                  <a:ext uri="{FF2B5EF4-FFF2-40B4-BE49-F238E27FC236}">
                    <a16:creationId xmlns:a16="http://schemas.microsoft.com/office/drawing/2014/main" id="{CECD52E2-73E3-6426-50AA-C5AE83C502BB}"/>
                  </a:ext>
                </a:extLst>
              </p14:cNvPr>
              <p14:cNvContentPartPr/>
              <p14:nvPr/>
            </p14:nvContentPartPr>
            <p14:xfrm>
              <a:off x="6654600" y="4571800"/>
              <a:ext cx="1075680" cy="8640"/>
            </p14:xfrm>
          </p:contentPart>
        </mc:Choice>
        <mc:Fallback xmlns="">
          <p:pic>
            <p:nvPicPr>
              <p:cNvPr id="8" name="インク 7">
                <a:extLst>
                  <a:ext uri="{FF2B5EF4-FFF2-40B4-BE49-F238E27FC236}">
                    <a16:creationId xmlns:a16="http://schemas.microsoft.com/office/drawing/2014/main" id="{CECD52E2-73E3-6426-50AA-C5AE83C502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91600" y="4508800"/>
                <a:ext cx="1201320" cy="13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1474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4569</TotalTime>
  <Words>0</Words>
  <Application>Microsoft Office PowerPoint</Application>
  <PresentationFormat>A4 210 x 297 mm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優弥 小林</dc:creator>
  <cp:lastModifiedBy>優弥 小林</cp:lastModifiedBy>
  <cp:revision>1</cp:revision>
  <dcterms:created xsi:type="dcterms:W3CDTF">2026-07-01T02:06:47Z</dcterms:created>
  <dcterms:modified xsi:type="dcterms:W3CDTF">2026-07-04T08:07:23Z</dcterms:modified>
</cp:coreProperties>
</file>