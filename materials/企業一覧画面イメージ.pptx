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44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画面イメージ：企業一覧画面（PC版）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548640" y="420624"/>
            <a:ext cx="11091672" cy="5806440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9B8FC2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420624"/>
            <a:ext cx="11091672" cy="590702"/>
          </a:xfrm>
          <a:prstGeom prst="roundRect">
            <a:avLst>
              <a:gd name="adj" fmla="val 21672"/>
            </a:avLst>
          </a:prstGeom>
          <a:solidFill>
            <a:srgbClr val="F2EF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68096"/>
            <a:ext cx="11091672" cy="24323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544068"/>
            <a:ext cx="100584" cy="100584"/>
          </a:xfrm>
          <a:prstGeom prst="ellipse">
            <a:avLst/>
          </a:prstGeom>
          <a:solidFill>
            <a:srgbClr val="FFADA0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544068"/>
            <a:ext cx="100584" cy="100584"/>
          </a:xfrm>
          <a:prstGeom prst="ellipse">
            <a:avLst/>
          </a:prstGeom>
          <a:solidFill>
            <a:srgbClr val="FFD9BE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544068"/>
            <a:ext cx="100584" cy="100584"/>
          </a:xfrm>
          <a:prstGeom prst="ellipse">
            <a:avLst/>
          </a:prstGeom>
          <a:solidFill>
            <a:srgbClr val="B8E6C6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475488"/>
            <a:ext cx="4206240" cy="237744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9525">
            <a:solidFill>
              <a:srgbClr val="E6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475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app.shukatsu-note.jp/companies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68096"/>
            <a:ext cx="11091672" cy="493776"/>
          </a:xfrm>
          <a:prstGeom prst="rect">
            <a:avLst/>
          </a:prstGeom>
          <a:solidFill>
            <a:srgbClr val="9FAEE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76809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企業一覧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1352" y="76809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就活スケジュール管理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1481328"/>
            <a:ext cx="5597500" cy="365760"/>
          </a:xfrm>
          <a:prstGeom prst="roundRect">
            <a:avLst>
              <a:gd name="adj" fmla="val 50000"/>
            </a:avLst>
          </a:prstGeom>
          <a:solidFill>
            <a:srgbClr val="FAF9FD"/>
          </a:solidFill>
          <a:ln w="12700">
            <a:solidFill>
              <a:srgbClr val="E6E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1481328"/>
            <a:ext cx="5323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企業名で検索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71432" y="14813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7BC9A0"/>
          </a:solidFill>
          <a:ln/>
          <a:effectLst>
            <a:outerShdw sx="100000" sy="100000" kx="0" ky="0" algn="bl" rotWithShape="0" blurRad="76200" dist="25400" dir="5400000">
              <a:srgbClr val="7BC9A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71432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新規企業を追加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103120"/>
            <a:ext cx="3053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59022" y="2103120"/>
            <a:ext cx="1628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選考ステータス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87385" y="2103120"/>
            <a:ext cx="26460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直近の締切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33476" y="2103120"/>
            <a:ext cx="284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2377440"/>
            <a:ext cx="10177272" cy="18288"/>
          </a:xfrm>
          <a:prstGeom prst="rect">
            <a:avLst/>
          </a:prstGeom>
          <a:solidFill>
            <a:srgbClr val="E6E1F5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2505456"/>
            <a:ext cx="29160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〇〇株式会社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003" y="261518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9FAEEA"/>
          </a:solidFill>
          <a:ln/>
        </p:spPr>
      </p:sp>
      <p:sp>
        <p:nvSpPr>
          <p:cNvPr id="25" name="Text 23"/>
          <p:cNvSpPr/>
          <p:nvPr/>
        </p:nvSpPr>
        <p:spPr>
          <a:xfrm>
            <a:off x="4416003" y="2615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選考中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87385" y="2505456"/>
            <a:ext cx="25546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ES締切  7/15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34750" y="26151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34750" y="26151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13158" y="261518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AD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3158" y="261518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05840" y="3008376"/>
            <a:ext cx="10177272" cy="10973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017520"/>
            <a:ext cx="29160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△△商事株式会社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16003" y="3127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C9A0"/>
          </a:solidFill>
          <a:ln/>
        </p:spPr>
      </p:sp>
      <p:sp>
        <p:nvSpPr>
          <p:cNvPr id="34" name="Text 32"/>
          <p:cNvSpPr/>
          <p:nvPr/>
        </p:nvSpPr>
        <p:spPr>
          <a:xfrm>
            <a:off x="4416003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合格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87385" y="3017520"/>
            <a:ext cx="25546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一次面接  7/20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34750" y="31272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34750" y="31272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813158" y="31272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AD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13158" y="31272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05840" y="3520440"/>
            <a:ext cx="10177272" cy="10973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3529584"/>
            <a:ext cx="29160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株式会社□□システムズ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16003" y="363931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ADA0"/>
          </a:solidFill>
          <a:ln/>
        </p:spPr>
      </p:sp>
      <p:sp>
        <p:nvSpPr>
          <p:cNvPr id="43" name="Text 41"/>
          <p:cNvSpPr/>
          <p:nvPr/>
        </p:nvSpPr>
        <p:spPr>
          <a:xfrm>
            <a:off x="4416003" y="3639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不合格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87385" y="3529584"/>
            <a:ext cx="25546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834750" y="363931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34750" y="36393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813158" y="363931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AD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13158" y="363931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05840" y="4032504"/>
            <a:ext cx="10177272" cy="10973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50" name="Text 48"/>
          <p:cNvSpPr/>
          <p:nvPr/>
        </p:nvSpPr>
        <p:spPr>
          <a:xfrm>
            <a:off x="1005840" y="4041648"/>
            <a:ext cx="29160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株式会社◇◇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16003" y="415137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9FAEEA"/>
          </a:solidFill>
          <a:ln/>
        </p:spPr>
      </p:sp>
      <p:sp>
        <p:nvSpPr>
          <p:cNvPr id="52" name="Text 50"/>
          <p:cNvSpPr/>
          <p:nvPr/>
        </p:nvSpPr>
        <p:spPr>
          <a:xfrm>
            <a:off x="4416003" y="41513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選考中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87385" y="4041648"/>
            <a:ext cx="25546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SPI締切  7/10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34750" y="41513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34750" y="41513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813158" y="41513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AD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3158" y="41513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05840" y="4544568"/>
            <a:ext cx="10177272" cy="10973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" y="4553712"/>
            <a:ext cx="29160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××ホールディングス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416003" y="46634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9FAEEA"/>
          </a:solidFill>
          <a:ln/>
        </p:spPr>
      </p:sp>
      <p:sp>
        <p:nvSpPr>
          <p:cNvPr id="61" name="Text 59"/>
          <p:cNvSpPr/>
          <p:nvPr/>
        </p:nvSpPr>
        <p:spPr>
          <a:xfrm>
            <a:off x="4416003" y="4663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選考中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687385" y="4553712"/>
            <a:ext cx="25546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インターン  8/1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834750" y="4663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FAE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34750" y="46634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13158" y="4663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AD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13158" y="46634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05840" y="5056632"/>
            <a:ext cx="10177272" cy="10973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548640" y="5751576"/>
            <a:ext cx="11091672" cy="18288"/>
          </a:xfrm>
          <a:prstGeom prst="rect">
            <a:avLst/>
          </a:prstGeom>
          <a:solidFill>
            <a:srgbClr val="E6E1F5"/>
          </a:solidFill>
          <a:ln/>
        </p:spPr>
      </p:sp>
      <p:sp>
        <p:nvSpPr>
          <p:cNvPr id="69" name="Shape 67"/>
          <p:cNvSpPr/>
          <p:nvPr/>
        </p:nvSpPr>
        <p:spPr>
          <a:xfrm>
            <a:off x="548640" y="5769864"/>
            <a:ext cx="1109167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548640" y="6007608"/>
            <a:ext cx="11091672" cy="219456"/>
          </a:xfrm>
          <a:prstGeom prst="roundRect">
            <a:avLst>
              <a:gd name="adj" fmla="val 58333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1005840" y="589788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一覧確認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041294" y="589788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534726" y="5815584"/>
            <a:ext cx="1119500" cy="41148"/>
          </a:xfrm>
          <a:prstGeom prst="roundRect">
            <a:avLst>
              <a:gd name="adj" fmla="val 44444"/>
            </a:avLst>
          </a:prstGeom>
          <a:solidFill>
            <a:srgbClr val="7C8CE0"/>
          </a:solidFill>
          <a:ln/>
        </p:spPr>
      </p:sp>
      <p:sp>
        <p:nvSpPr>
          <p:cNvPr id="74" name="Text 72"/>
          <p:cNvSpPr/>
          <p:nvPr/>
        </p:nvSpPr>
        <p:spPr>
          <a:xfrm>
            <a:off x="5076749" y="589788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企業一覧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112203" y="589788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追加・編集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147658" y="5897880"/>
            <a:ext cx="2035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通知設定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企業一覧画面イメージ（PC版）</dc:title>
  <dc:subject>PptxGenJS Presentation</dc:subject>
  <dc:creator>team03</dc:creator>
  <cp:lastModifiedBy>team03</cp:lastModifiedBy>
  <cp:revision>1</cp:revision>
  <dcterms:created xsi:type="dcterms:W3CDTF">2026-07-08T01:42:02Z</dcterms:created>
  <dcterms:modified xsi:type="dcterms:W3CDTF">2026-07-08T01:42:02Z</dcterms:modified>
</cp:coreProperties>
</file>