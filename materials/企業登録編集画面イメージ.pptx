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144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44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画面イメージ：企業情報 追加・編集画面（PC版）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548640" y="420624"/>
            <a:ext cx="11091672" cy="5715000"/>
          </a:xfrm>
          <a:prstGeom prst="roundRect">
            <a:avLst>
              <a:gd name="adj" fmla="val 22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9B8FC2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420624"/>
            <a:ext cx="11091672" cy="590702"/>
          </a:xfrm>
          <a:prstGeom prst="roundRect">
            <a:avLst>
              <a:gd name="adj" fmla="val 21672"/>
            </a:avLst>
          </a:prstGeom>
          <a:solidFill>
            <a:srgbClr val="F2EF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768096"/>
            <a:ext cx="11091672" cy="243230"/>
          </a:xfrm>
          <a:prstGeom prst="rect">
            <a:avLst/>
          </a:prstGeom>
          <a:solidFill>
            <a:srgbClr val="F2EFFA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544068"/>
            <a:ext cx="100584" cy="100584"/>
          </a:xfrm>
          <a:prstGeom prst="ellipse">
            <a:avLst/>
          </a:prstGeom>
          <a:solidFill>
            <a:srgbClr val="FFADA0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544068"/>
            <a:ext cx="100584" cy="100584"/>
          </a:xfrm>
          <a:prstGeom prst="ellipse">
            <a:avLst/>
          </a:prstGeom>
          <a:solidFill>
            <a:srgbClr val="FFD9BE"/>
          </a:solidFill>
          <a:ln/>
        </p:spPr>
      </p:sp>
      <p:sp>
        <p:nvSpPr>
          <p:cNvPr id="8" name="Shape 6"/>
          <p:cNvSpPr/>
          <p:nvPr/>
        </p:nvSpPr>
        <p:spPr>
          <a:xfrm>
            <a:off x="1207008" y="544068"/>
            <a:ext cx="100584" cy="100584"/>
          </a:xfrm>
          <a:prstGeom prst="ellipse">
            <a:avLst/>
          </a:prstGeom>
          <a:solidFill>
            <a:srgbClr val="B8E6C6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475488"/>
            <a:ext cx="4206240" cy="237744"/>
          </a:xfrm>
          <a:prstGeom prst="roundRect">
            <a:avLst>
              <a:gd name="adj" fmla="val 34615"/>
            </a:avLst>
          </a:prstGeom>
          <a:solidFill>
            <a:srgbClr val="FFFFFF"/>
          </a:solidFill>
          <a:ln w="9525">
            <a:solidFill>
              <a:srgbClr val="E6E1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37360" y="4754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app.shukatsu-note.jp/companies/new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768096"/>
            <a:ext cx="11091672" cy="493776"/>
          </a:xfrm>
          <a:prstGeom prst="rect">
            <a:avLst/>
          </a:prstGeom>
          <a:solidFill>
            <a:srgbClr val="9FAEE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76809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企業情報の追加・編集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531352" y="76809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2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就活スケジュール管理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05840" y="1499616"/>
            <a:ext cx="4837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C8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基本情報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1746504"/>
            <a:ext cx="4837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005840" y="1929384"/>
            <a:ext cx="4837176" cy="274320"/>
          </a:xfrm>
          <a:prstGeom prst="roundRect">
            <a:avLst>
              <a:gd name="adj" fmla="val 30000"/>
            </a:avLst>
          </a:prstGeom>
          <a:solidFill>
            <a:srgbClr val="FAF9FD"/>
          </a:solidFill>
          <a:ln w="12700">
            <a:solidFill>
              <a:srgbClr val="E6E1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33856" y="192938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F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例）〇〇株式会社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05840" y="2313432"/>
            <a:ext cx="4837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マイページ URL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05840" y="2496312"/>
            <a:ext cx="4837176" cy="274320"/>
          </a:xfrm>
          <a:prstGeom prst="roundRect">
            <a:avLst>
              <a:gd name="adj" fmla="val 30000"/>
            </a:avLst>
          </a:prstGeom>
          <a:solidFill>
            <a:srgbClr val="FAF9FD"/>
          </a:solidFill>
          <a:ln w="12700">
            <a:solidFill>
              <a:srgbClr val="E6E1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3856" y="249631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F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https://mypage.example.com/...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05840" y="2880360"/>
            <a:ext cx="4837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マイページ ID / ログイン情報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05840" y="3063240"/>
            <a:ext cx="4837176" cy="274320"/>
          </a:xfrm>
          <a:prstGeom prst="roundRect">
            <a:avLst>
              <a:gd name="adj" fmla="val 30000"/>
            </a:avLst>
          </a:prstGeom>
          <a:solidFill>
            <a:srgbClr val="FAF9FD"/>
          </a:solidFill>
          <a:ln w="12700">
            <a:solidFill>
              <a:srgbClr val="E6E1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33856" y="306324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F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を入力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05840" y="3447288"/>
            <a:ext cx="4837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選考結果ステータス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005840" y="3648456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9FAEEA"/>
          </a:solidFill>
          <a:ln w="15875">
            <a:solidFill>
              <a:srgbClr val="9FA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3648456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選考中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660904" y="3648456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6E1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0904" y="3648456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合格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315968" y="3648456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6E1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15968" y="3648456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不合格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45936" y="1499616"/>
            <a:ext cx="4837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C8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選考スケジュール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45936" y="1746504"/>
            <a:ext cx="22814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締切日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345936" y="1929384"/>
            <a:ext cx="2281428" cy="274320"/>
          </a:xfrm>
          <a:prstGeom prst="roundRect">
            <a:avLst>
              <a:gd name="adj" fmla="val 30000"/>
            </a:avLst>
          </a:prstGeom>
          <a:solidFill>
            <a:srgbClr val="FAF9FD"/>
          </a:solidFill>
          <a:ln w="12700">
            <a:solidFill>
              <a:srgbClr val="E6E1F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73952" y="1929384"/>
            <a:ext cx="2061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F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2026/07/--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901684" y="1746504"/>
            <a:ext cx="22814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締切日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901684" y="1929384"/>
            <a:ext cx="2281428" cy="274320"/>
          </a:xfrm>
          <a:prstGeom prst="roundRect">
            <a:avLst>
              <a:gd name="adj" fmla="val 30000"/>
            </a:avLst>
          </a:prstGeom>
          <a:solidFill>
            <a:srgbClr val="FAF9FD"/>
          </a:solidFill>
          <a:ln w="12700">
            <a:solidFill>
              <a:srgbClr val="E6E1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29700" y="1929384"/>
            <a:ext cx="2061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F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2026/07/--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45936" y="2313432"/>
            <a:ext cx="22814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インターンシップ日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45936" y="2496312"/>
            <a:ext cx="2281428" cy="274320"/>
          </a:xfrm>
          <a:prstGeom prst="roundRect">
            <a:avLst>
              <a:gd name="adj" fmla="val 30000"/>
            </a:avLst>
          </a:prstGeom>
          <a:solidFill>
            <a:srgbClr val="FAF9FD"/>
          </a:solidFill>
          <a:ln w="12700">
            <a:solidFill>
              <a:srgbClr val="E6E1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73952" y="2496312"/>
            <a:ext cx="2061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F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2026/--/--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060436" y="2318004"/>
            <a:ext cx="566928" cy="146304"/>
          </a:xfrm>
          <a:prstGeom prst="roundRect">
            <a:avLst>
              <a:gd name="adj" fmla="val 50000"/>
            </a:avLst>
          </a:prstGeom>
          <a:solidFill>
            <a:srgbClr val="FFD9BE"/>
          </a:solidFill>
          <a:ln/>
        </p:spPr>
      </p:sp>
      <p:sp>
        <p:nvSpPr>
          <p:cNvPr id="42" name="Text 40"/>
          <p:cNvSpPr/>
          <p:nvPr/>
        </p:nvSpPr>
        <p:spPr>
          <a:xfrm>
            <a:off x="8060436" y="231800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901684" y="2313432"/>
            <a:ext cx="22814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一次面接日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901684" y="2496312"/>
            <a:ext cx="2281428" cy="274320"/>
          </a:xfrm>
          <a:prstGeom prst="roundRect">
            <a:avLst>
              <a:gd name="adj" fmla="val 30000"/>
            </a:avLst>
          </a:prstGeom>
          <a:solidFill>
            <a:srgbClr val="FAF9FD"/>
          </a:solidFill>
          <a:ln w="12700">
            <a:solidFill>
              <a:srgbClr val="E6E1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029700" y="2496312"/>
            <a:ext cx="2061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F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2026/--/--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345936" y="2880360"/>
            <a:ext cx="22814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二次面接日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45936" y="3063240"/>
            <a:ext cx="2281428" cy="274320"/>
          </a:xfrm>
          <a:prstGeom prst="roundRect">
            <a:avLst>
              <a:gd name="adj" fmla="val 30000"/>
            </a:avLst>
          </a:prstGeom>
          <a:solidFill>
            <a:srgbClr val="FAF9FD"/>
          </a:solidFill>
          <a:ln w="12700">
            <a:solidFill>
              <a:srgbClr val="E6E1F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73952" y="3063240"/>
            <a:ext cx="2061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F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2026/--/--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901684" y="2880360"/>
            <a:ext cx="22814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三次面接日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901684" y="3063240"/>
            <a:ext cx="2281428" cy="274320"/>
          </a:xfrm>
          <a:prstGeom prst="roundRect">
            <a:avLst>
              <a:gd name="adj" fmla="val 30000"/>
            </a:avLst>
          </a:prstGeom>
          <a:solidFill>
            <a:srgbClr val="FAF9FD"/>
          </a:solidFill>
          <a:ln w="12700">
            <a:solidFill>
              <a:srgbClr val="E6E1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029700" y="3063240"/>
            <a:ext cx="2061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F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2026/--/--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345936" y="3447288"/>
            <a:ext cx="22814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顔写真提出日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345936" y="3630168"/>
            <a:ext cx="2281428" cy="274320"/>
          </a:xfrm>
          <a:prstGeom prst="roundRect">
            <a:avLst>
              <a:gd name="adj" fmla="val 30000"/>
            </a:avLst>
          </a:prstGeom>
          <a:solidFill>
            <a:srgbClr val="FAF9FD"/>
          </a:solidFill>
          <a:ln w="12700">
            <a:solidFill>
              <a:srgbClr val="E6E1F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3630168"/>
            <a:ext cx="2061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F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2026/--/--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5840" y="4142232"/>
            <a:ext cx="10177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備考欄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005840" y="4325112"/>
            <a:ext cx="10177272" cy="457200"/>
          </a:xfrm>
          <a:prstGeom prst="roundRect">
            <a:avLst>
              <a:gd name="adj" fmla="val 18000"/>
            </a:avLst>
          </a:prstGeom>
          <a:solidFill>
            <a:srgbClr val="FAF9FD"/>
          </a:solidFill>
          <a:ln w="12700">
            <a:solidFill>
              <a:srgbClr val="E6E1F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33856" y="4379976"/>
            <a:ext cx="9921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F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会社説明会の内容、服装指定、持ち物など自由に記入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988552" y="4928616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7BC9A0"/>
          </a:solidFill>
          <a:ln/>
          <a:effectLst>
            <a:outerShdw sx="100000" sy="100000" kx="0" ky="0" algn="bl" rotWithShape="0" blurRad="101600" dist="38100" dir="5400000">
              <a:srgbClr val="7BC9A0">
                <a:alpha val="3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988552" y="492861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保存する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7708392" y="49286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キャンセル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548640" y="5660136"/>
            <a:ext cx="11091672" cy="18288"/>
          </a:xfrm>
          <a:prstGeom prst="rect">
            <a:avLst/>
          </a:prstGeom>
          <a:solidFill>
            <a:srgbClr val="E6E1F5"/>
          </a:solidFill>
          <a:ln/>
        </p:spPr>
      </p:sp>
      <p:sp>
        <p:nvSpPr>
          <p:cNvPr id="62" name="Shape 60"/>
          <p:cNvSpPr/>
          <p:nvPr/>
        </p:nvSpPr>
        <p:spPr>
          <a:xfrm>
            <a:off x="548640" y="5678424"/>
            <a:ext cx="11091672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640" y="5916168"/>
            <a:ext cx="11091672" cy="219456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1005840" y="5806440"/>
            <a:ext cx="25443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一覧確認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3550158" y="5806440"/>
            <a:ext cx="25443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カレンダー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666948" y="5724144"/>
            <a:ext cx="1399375" cy="41148"/>
          </a:xfrm>
          <a:prstGeom prst="roundRect">
            <a:avLst>
              <a:gd name="adj" fmla="val 44444"/>
            </a:avLst>
          </a:prstGeom>
          <a:solidFill>
            <a:srgbClr val="7C8CE0"/>
          </a:solidFill>
          <a:ln/>
        </p:spPr>
      </p:sp>
      <p:sp>
        <p:nvSpPr>
          <p:cNvPr id="67" name="Text 65"/>
          <p:cNvSpPr/>
          <p:nvPr/>
        </p:nvSpPr>
        <p:spPr>
          <a:xfrm>
            <a:off x="6094476" y="5806440"/>
            <a:ext cx="25443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8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追加・編集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8638794" y="5806440"/>
            <a:ext cx="25443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8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通知設定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企業登録・編集画面イメージ（PC版・下部タブ）</dc:title>
  <dc:subject>PptxGenJS Presentation</dc:subject>
  <dc:creator>team03</dc:creator>
  <cp:lastModifiedBy>team03</cp:lastModifiedBy>
  <cp:revision>1</cp:revision>
  <dcterms:created xsi:type="dcterms:W3CDTF">2026-07-01T07:05:35Z</dcterms:created>
  <dcterms:modified xsi:type="dcterms:W3CDTF">2026-07-01T07:05:35Z</dcterms:modified>
</cp:coreProperties>
</file>