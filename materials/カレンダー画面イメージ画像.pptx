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660"/>
  </p:normalViewPr>
  <p:slideViewPr>
    <p:cSldViewPr snapToGrid="0">
      <p:cViewPr>
        <p:scale>
          <a:sx n="66" d="100"/>
          <a:sy n="66" d="100"/>
        </p:scale>
        <p:origin x="220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3C8CC-C78B-880A-F0D6-85C3977CF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C7AE59-B2B3-A702-6815-A7844154C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49490C-5D2D-20CB-FCFD-D8DC674B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3464D1-0F8D-BE69-FBC1-80313F25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D08BFE-763E-E071-7FFC-33412C34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162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D6430-C131-8DBC-03FB-3AB52378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436EBD-3C35-51D2-C530-557FCAA9F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1C787A-692C-7823-067E-D32492B8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CC6DB1-E4A3-FC20-27E9-02778CA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5EEE2E-1E45-A840-7D4F-442FE928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55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A5DA7C-DC5F-35DB-494A-D1A0EE8D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8D2A27-D193-38AA-3DD5-E783E307F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5D273E-A814-3938-25F7-12047383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E87876-B68B-15BF-F0D7-D8AC2E22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0F8343-6CB8-7169-08E1-CE1B6083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72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E2DC6-DC0B-040F-B2E3-295B0F56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E06807-EC2A-F9FE-0EE5-43A8F6548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10F38E-D9A5-B1C5-6255-47C825A75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A51722-C2C5-F47B-8E37-664ACABF1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A75EC5-CE66-647B-F6EF-B03CA0EA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A7B8FD-B9E6-E552-BCA4-4393D614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5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1FE46-DAF4-CF9E-E107-65B2B73D4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185D44-BBBE-E01E-0BC2-CCD24A174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B4613F-52B6-07B3-01E7-8AFC4E1E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EFBFCC-2811-0144-D4AE-EEE082348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92486C-85BB-77D1-D4F7-4092E887A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146661-6D18-8B7D-2E99-9A652A82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E2289F-605D-7746-0244-8641BE6F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351530-EC0C-3170-41EA-F3800686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998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B6DD92-F8AD-A10D-85CC-58E965C7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110FBD-892D-F9B3-1914-F38917F9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A92ED0-E232-5C72-9E08-AEE67AFF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ED9BA9-A37F-059F-C038-EA88BC72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51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9579E63-11CA-AD79-8331-D78753E7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8E2A7F9-9C60-D177-CF00-3FB289A4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AE5B0F-2276-C297-DD40-8B47B78D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381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E8EC52-0BAF-95B7-B38E-D5D73D8C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FFF2C0-0D0A-D706-0B50-5428B6752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2B88F5-CCE3-3DCE-D0DB-059D3313A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FC41F5-BC4C-5624-DF2D-75F6BF35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D034A2-73B7-1410-B888-8E236A31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B959C4-42FC-4E6B-A1EA-2C0D736F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69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0EFBF-6A85-FFD6-B4A2-17270C34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0A9D68C-1E42-FC16-09FA-BADFB601F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1B149C-63AB-FC6C-C724-05AB0F658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FD18CE-DB73-523C-8876-83F6E1EC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B3003B-33A0-DA05-75BA-F2773CDE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A83167-5B6E-8C61-4C3F-005EE770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26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02B4C0-AD94-380F-F0F0-39A6E652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BDE92-AC7F-CB6E-5849-7419BE93C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8E00AD-3BC6-EE5D-5614-393D271C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8AE93B-D275-E937-8DCD-CC651D76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C7410F-65C3-5343-B9F2-36F620DB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55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69AE74-CC23-F8D5-AA06-F8A976167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55BD13-75E0-D415-1478-A9AE98B83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A0E883-8BD4-071E-75D5-F3F677E8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3A08AD-20E1-4306-1D42-9C253CCC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1DFF51-EA98-9374-6C3A-8254B801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54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1411C4-768D-F144-EC1F-DA3794CD6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D76090-FF56-7ECA-0A76-319819471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D245B3-8D95-936A-2B59-6D48760DE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C9D28-C21F-4BED-B219-86E62785381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96A624-4F31-4498-DB19-6CDCA037B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DAE60A-56DD-5F35-8083-FAA96D2C0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34B88-DE51-41DD-BE8A-FCB01DCFB3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01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A8D44-8747-60E0-A1D8-38B9B4D8E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51731A-B08C-AE7A-69FF-C9B1AE88E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7861A4-6895-FFAC-9CE9-6BF290E7B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59" t="5464" r="1589" b="52510"/>
          <a:stretch>
            <a:fillRect/>
          </a:stretch>
        </p:blipFill>
        <p:spPr>
          <a:xfrm>
            <a:off x="2160957" y="0"/>
            <a:ext cx="7870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5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ISHII Fuki</dc:creator>
  <cp:lastModifiedBy>ISHII Fuki</cp:lastModifiedBy>
  <cp:revision>1</cp:revision>
  <dcterms:created xsi:type="dcterms:W3CDTF">2026-07-03T05:49:24Z</dcterms:created>
  <dcterms:modified xsi:type="dcterms:W3CDTF">2026-07-03T05:51:25Z</dcterms:modified>
</cp:coreProperties>
</file>