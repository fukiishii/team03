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E4A6"/>
    <a:srgbClr val="8B87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8867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 err="1">
                <a:solidFill>
                  <a:srgbClr val="444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画面イメージ：企業情報</a:t>
            </a:r>
            <a:r>
              <a:rPr lang="en-US" sz="1900" b="1" dirty="0">
                <a:solidFill>
                  <a:srgbClr val="444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ja-JP" altLang="en-US" sz="1900" b="1" dirty="0">
                <a:solidFill>
                  <a:srgbClr val="444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　</a:t>
            </a:r>
            <a:r>
              <a:rPr lang="en-US" sz="1900" b="1" dirty="0" err="1">
                <a:solidFill>
                  <a:srgbClr val="444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編集画面</a:t>
            </a:r>
            <a:r>
              <a:rPr lang="ja-JP" altLang="en-US" sz="1900" b="1" dirty="0">
                <a:solidFill>
                  <a:srgbClr val="444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（</a:t>
            </a:r>
            <a:r>
              <a:rPr lang="en-US" altLang="ja-JP" sz="1900" b="1" dirty="0">
                <a:solidFill>
                  <a:srgbClr val="444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</a:t>
            </a:r>
            <a:r>
              <a:rPr lang="ja-JP" altLang="en-US" sz="1900" b="1" dirty="0">
                <a:solidFill>
                  <a:srgbClr val="444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前提）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502920" y="594360"/>
            <a:ext cx="11091672" cy="5989320"/>
          </a:xfrm>
          <a:prstGeom prst="roundRect">
            <a:avLst>
              <a:gd name="adj" fmla="val 2137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9B8FC2">
                <a:alpha val="22000"/>
              </a:srgbClr>
            </a:outerShdw>
          </a:effectLst>
        </p:spPr>
        <p:txBody>
          <a:bodyPr/>
          <a:lstStyle/>
          <a:p>
            <a:endParaRPr lang="ja-JP" altLang="en-US" dirty="0"/>
          </a:p>
        </p:txBody>
      </p:sp>
      <p:sp>
        <p:nvSpPr>
          <p:cNvPr id="4" name="Shape 2"/>
          <p:cNvSpPr/>
          <p:nvPr/>
        </p:nvSpPr>
        <p:spPr>
          <a:xfrm>
            <a:off x="502920" y="574243"/>
            <a:ext cx="11091672" cy="652882"/>
          </a:xfrm>
          <a:prstGeom prst="roundRect">
            <a:avLst>
              <a:gd name="adj" fmla="val 19608"/>
            </a:avLst>
          </a:prstGeom>
          <a:solidFill>
            <a:srgbClr val="F2EF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548640" y="978408"/>
            <a:ext cx="11091672" cy="268834"/>
          </a:xfrm>
          <a:prstGeom prst="rect">
            <a:avLst/>
          </a:prstGeom>
          <a:solidFill>
            <a:srgbClr val="F2EF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804672" y="736092"/>
            <a:ext cx="100584" cy="100584"/>
          </a:xfrm>
          <a:prstGeom prst="ellipse">
            <a:avLst/>
          </a:prstGeom>
          <a:solidFill>
            <a:srgbClr val="FFAD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005840" y="736092"/>
            <a:ext cx="100584" cy="100584"/>
          </a:xfrm>
          <a:prstGeom prst="ellipse">
            <a:avLst/>
          </a:prstGeom>
          <a:solidFill>
            <a:srgbClr val="FFD9B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207008" y="736092"/>
            <a:ext cx="100584" cy="100584"/>
          </a:xfrm>
          <a:prstGeom prst="ellipse">
            <a:avLst/>
          </a:prstGeom>
          <a:solidFill>
            <a:srgbClr val="B8E6C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554480" y="667512"/>
            <a:ext cx="4206240" cy="237744"/>
          </a:xfrm>
          <a:prstGeom prst="roundRect">
            <a:avLst>
              <a:gd name="adj" fmla="val 34615"/>
            </a:avLst>
          </a:prstGeom>
          <a:solidFill>
            <a:srgbClr val="FFFFFF"/>
          </a:solidFill>
          <a:ln w="9525">
            <a:solidFill>
              <a:srgbClr val="E6E1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737360" y="6675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app.shukatsu-note.jp/companies/new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978408"/>
            <a:ext cx="11091672" cy="566928"/>
          </a:xfrm>
          <a:prstGeom prst="rect">
            <a:avLst/>
          </a:prstGeom>
          <a:solidFill>
            <a:srgbClr val="9FAEE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14400" y="97840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企業情報の追加・編集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31352" y="97840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2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就活スケジュール管理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1801368"/>
            <a:ext cx="4837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8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基本情報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093976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企業名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05840" y="2286000"/>
            <a:ext cx="4837176" cy="310896"/>
          </a:xfrm>
          <a:prstGeom prst="roundRect">
            <a:avLst>
              <a:gd name="adj" fmla="val 26471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133856" y="228600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例）〇〇株式会社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05840" y="2752344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マイページ URL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05840" y="2944368"/>
            <a:ext cx="4837176" cy="310896"/>
          </a:xfrm>
          <a:prstGeom prst="roundRect">
            <a:avLst>
              <a:gd name="adj" fmla="val 26471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1133856" y="294436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https://mypage.example.com/...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05840" y="3410712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マイページ ID / ログイン情報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05840" y="3602736"/>
            <a:ext cx="4837176" cy="310896"/>
          </a:xfrm>
          <a:prstGeom prst="roundRect">
            <a:avLst>
              <a:gd name="adj" fmla="val 26471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1133856" y="360273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を入力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05840" y="4069080"/>
            <a:ext cx="4837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選考結果ステータス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05840" y="4288536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9FAEEA"/>
          </a:solidFill>
          <a:ln w="15875">
            <a:solidFill>
              <a:srgbClr val="9FAE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1005840" y="428853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選考中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60904" y="4288536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6E1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2660904" y="428853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合格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15968" y="4288536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6E1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4315968" y="428853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不合格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45936" y="1801368"/>
            <a:ext cx="4837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8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選考スケジュール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45936" y="2093976"/>
            <a:ext cx="22814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締</a:t>
            </a:r>
            <a:r>
              <a:rPr lang="ja-JP" alt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め</a:t>
            </a: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</a:t>
            </a:r>
            <a:r>
              <a:rPr lang="ja-JP" alt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り</a:t>
            </a: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45936" y="2286000"/>
            <a:ext cx="2281428" cy="310896"/>
          </a:xfrm>
          <a:prstGeom prst="roundRect">
            <a:avLst>
              <a:gd name="adj" fmla="val 26471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6473952" y="2286000"/>
            <a:ext cx="20619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2026/07/--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64224" y="4024376"/>
            <a:ext cx="22814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インターンシップ日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45936" y="4233672"/>
            <a:ext cx="2281428" cy="310896"/>
          </a:xfrm>
          <a:prstGeom prst="roundRect">
            <a:avLst>
              <a:gd name="adj" fmla="val 26471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6400800" y="4249420"/>
            <a:ext cx="20619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2026/--/--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45936" y="2752344"/>
            <a:ext cx="22814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一次面接日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45936" y="2944368"/>
            <a:ext cx="2281428" cy="310896"/>
          </a:xfrm>
          <a:prstGeom prst="roundRect">
            <a:avLst>
              <a:gd name="adj" fmla="val 26471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473952" y="2944368"/>
            <a:ext cx="20619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2026/--/--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901684" y="2752344"/>
            <a:ext cx="22814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二次面接日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901684" y="2944368"/>
            <a:ext cx="2281428" cy="310896"/>
          </a:xfrm>
          <a:prstGeom prst="roundRect">
            <a:avLst>
              <a:gd name="adj" fmla="val 26471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9029700" y="2944368"/>
            <a:ext cx="20619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2026/--/--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345936" y="3410712"/>
            <a:ext cx="22814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三次面接日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45936" y="3602736"/>
            <a:ext cx="2281428" cy="310896"/>
          </a:xfrm>
          <a:prstGeom prst="roundRect">
            <a:avLst>
              <a:gd name="adj" fmla="val 26471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6473952" y="3602736"/>
            <a:ext cx="20619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2026/--/--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901684" y="3410712"/>
            <a:ext cx="22814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顔写真提出日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901684" y="3602736"/>
            <a:ext cx="2281428" cy="310896"/>
          </a:xfrm>
          <a:prstGeom prst="roundRect">
            <a:avLst>
              <a:gd name="adj" fmla="val 26471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9029700" y="3602736"/>
            <a:ext cx="20619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2026/--/--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616184" y="2098548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005840" y="4864608"/>
            <a:ext cx="101772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備考欄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005840" y="5056632"/>
            <a:ext cx="10177272" cy="621792"/>
          </a:xfrm>
          <a:prstGeom prst="roundRect">
            <a:avLst>
              <a:gd name="adj" fmla="val 13235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1133856" y="5129784"/>
            <a:ext cx="9921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会社説明会の内容、服装指定、持ち物など自由に記入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988552" y="5861304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7BC9A0"/>
          </a:solidFill>
          <a:ln/>
          <a:effectLst>
            <a:outerShdw blurRad="101600" dist="38100" dir="5400000" algn="bl" rotWithShape="0">
              <a:srgbClr val="7BC9A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4"/>
          <p:cNvSpPr/>
          <p:nvPr/>
        </p:nvSpPr>
        <p:spPr>
          <a:xfrm>
            <a:off x="8988552" y="586130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保存する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708392" y="586130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キャンセル</a:t>
            </a:r>
            <a:endParaRPr lang="en-US" sz="1050" dirty="0"/>
          </a:p>
        </p:txBody>
      </p:sp>
      <p:sp>
        <p:nvSpPr>
          <p:cNvPr id="58" name="Shape 31">
            <a:extLst>
              <a:ext uri="{FF2B5EF4-FFF2-40B4-BE49-F238E27FC236}">
                <a16:creationId xmlns:a16="http://schemas.microsoft.com/office/drawing/2014/main" id="{A56A788D-A1C3-3579-4920-889C78736BC5}"/>
              </a:ext>
            </a:extLst>
          </p:cNvPr>
          <p:cNvSpPr/>
          <p:nvPr/>
        </p:nvSpPr>
        <p:spPr>
          <a:xfrm>
            <a:off x="8901684" y="2299208"/>
            <a:ext cx="2281428" cy="310896"/>
          </a:xfrm>
          <a:prstGeom prst="roundRect">
            <a:avLst>
              <a:gd name="adj" fmla="val 26471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  <p:txBody>
          <a:bodyPr/>
          <a:lstStyle/>
          <a:p>
            <a:r>
              <a:rPr lang="en-US" altLang="ja-JP" sz="95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2026/07/--</a:t>
            </a:r>
            <a:endParaRPr lang="en-US" altLang="ja-JP" sz="950" dirty="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B844E24A-833C-8A63-D51F-BB62882E9E8D}"/>
              </a:ext>
            </a:extLst>
          </p:cNvPr>
          <p:cNvSpPr txBox="1"/>
          <p:nvPr/>
        </p:nvSpPr>
        <p:spPr>
          <a:xfrm>
            <a:off x="8831072" y="2046224"/>
            <a:ext cx="2143760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50" dirty="0">
                <a:solidFill>
                  <a:srgbClr val="8B87A0"/>
                </a:solidFill>
              </a:rPr>
              <a:t>SPI</a:t>
            </a:r>
            <a:r>
              <a:rPr kumimoji="1" lang="ja-JP" altLang="en-US" sz="950" dirty="0">
                <a:solidFill>
                  <a:srgbClr val="8B87A0"/>
                </a:solidFill>
              </a:rPr>
              <a:t>締め切り日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82</Words>
  <Application>Microsoft Office PowerPoint</Application>
  <PresentationFormat>ワイド画面</PresentationFormat>
  <Paragraphs>35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企業登録・編集画面イメージ（PC版）</dc:title>
  <dc:subject>PptxGenJS Presentation</dc:subject>
  <dc:creator>team03</dc:creator>
  <cp:lastModifiedBy>心寧 篠崎</cp:lastModifiedBy>
  <cp:revision>3</cp:revision>
  <dcterms:created xsi:type="dcterms:W3CDTF">2026-07-01T02:41:05Z</dcterms:created>
  <dcterms:modified xsi:type="dcterms:W3CDTF">2026-07-01T02:51:00Z</dcterms:modified>
</cp:coreProperties>
</file>