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17D477-5B3E-2CE3-46A3-2A6B790DF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1BA3F6-EA06-81F2-37FF-8DD147B7E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6F0C8D-44F7-A44C-53C4-681167B3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2F77E4-000D-C63C-1523-799DB218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36DA37-9D61-266E-DE2C-061706D7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12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8F5CD-E1FD-0789-61C5-AC65BBC4F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E5E93-3641-4C93-44C3-94E4BE19F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161205-49F5-378B-F464-D00E6238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1F3DEC-A97C-B0CB-B698-29032C6C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62EC2-F1C5-D9E6-C1A2-1FCF820E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38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32CD5-3560-94DD-654F-60C6782B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475A3C-0B21-42EC-48CE-20D7121D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327E4C-64FA-ABDA-005A-24F301D5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D61658-6930-F7F7-DEC7-90AA2152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82E1E2-DA9E-273E-5762-9A032D48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411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5B1CA-8BC9-4DAF-38D0-E9062223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02B50E-85B9-5A48-CAD5-A85B12AAD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3FD4E7-2A76-3552-9DA0-DDE730F40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6A35EE-80E8-56AE-86E4-1EA7EC9DD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9B2BA0-79F7-35B6-0622-063F7B70E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CBD628-56FD-62A6-6594-641EF19A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49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FFD173-60C3-17F0-F685-043BE4DC5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19CB9E-AD5F-2D2B-FB5E-FC704CEF0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ADE55B-A7E4-B4CE-4044-F582C5DA4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56AF39C-9FFE-09A2-7E91-AFFF23C58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85672A-4E95-7C42-37FC-764C6E636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BD07F16-E8FD-A637-03E8-86E02325F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FC4F67-23B0-A034-4334-4A7BCFEF0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2A9D26-65C9-5D9E-4571-5143CE45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825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DBD0EA-407D-AE1D-4E71-31B6224A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B4A274-60DB-6D13-738F-51EA9983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0407947-C719-AE00-CB7F-9A0BD0EC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F775F36-1FC2-14A5-B551-5B2934DC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27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F394DAE-EFF6-5CAA-A4D8-2AEE0697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0362A52-3B04-D41C-92AB-99002D97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82456B-AA45-93F3-4BC4-3B69C0D9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03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45F1E2-0DC1-0591-F7FB-ACD3A865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59D791-23BE-B4BE-52BE-B96984AA0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67D8A3-0422-AE2E-0A3B-6127D2B3C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8F3EA1-95B9-6A89-22E2-9EFA6DFA7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4D1045-9998-CF1F-E625-15169792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870E5C-CAC5-D034-97B5-90747DD7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34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9A548B-9C7C-8278-8D0B-BA3B0C9F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C8E3F73-ECFF-EF6B-845A-AB6F72515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4AB0BD-C974-C200-4242-11BB04C6B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5123F0-A361-4E44-FB28-C2A6F9FA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984648-A93F-3C61-CA83-A37B06A1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C1A045-5D44-197A-F1B0-590B10D1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61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102DC1-DA46-A642-9453-A8F496B4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305DE3-795E-BE36-2EF2-F72F46F52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FDEA5A-1B57-E7B6-1A0B-8062B2AFB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696B7D-1E87-2512-78C6-B801458E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20E507-CE4A-2BEB-DC64-9A24DA3B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4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4CBA91-6F3C-62D3-3D86-3B0AE17FC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1A94A0-8E62-516A-F9C1-7424F3F1F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33CF0D-D480-5DDF-4C8D-3DC6DD89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CE4B99-B44D-43A1-521B-2144C0E6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D84322-D388-DD46-EF87-59A1F5CF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59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C1C42A-8BC9-4847-21ED-B89F095F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47D8EE-7BEF-C46F-88B8-41C0539CE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467169-D61F-0818-B19B-766DBEBBA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52D68-4B10-435D-AC92-70B23D9C3531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FCDFA2-8DDF-059C-6983-B2C38E053A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D7255F-792E-A0E6-9EB2-5C9E1769D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A7931-AAB2-4A3E-A4B0-4F68C53D8E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28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EFDF0A-BCBB-24F5-6094-07195D936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C4499D3-B0DE-753E-2A67-230B01F28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01095C8-AD73-86A0-B828-6902E3929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2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HISAMOTO Shinta</dc:creator>
  <cp:lastModifiedBy>HISAMOTO Shinta</cp:lastModifiedBy>
  <cp:revision>1</cp:revision>
  <dcterms:created xsi:type="dcterms:W3CDTF">2026-07-01T03:49:48Z</dcterms:created>
  <dcterms:modified xsi:type="dcterms:W3CDTF">2026-07-01T03:51:53Z</dcterms:modified>
</cp:coreProperties>
</file>