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SAMOTO Shinta" userId="eb1d7c73-8315-423e-b450-3e5d57b009d9" providerId="ADAL" clId="{FF7817E4-3293-4EFC-8C08-E8F4FFC71592}"/>
    <pc:docChg chg="modSld">
      <pc:chgData name="HISAMOTO Shinta" userId="eb1d7c73-8315-423e-b450-3e5d57b009d9" providerId="ADAL" clId="{FF7817E4-3293-4EFC-8C08-E8F4FFC71592}" dt="2026-07-01T04:12:03.842" v="6" actId="1076"/>
      <pc:docMkLst>
        <pc:docMk/>
      </pc:docMkLst>
      <pc:sldChg chg="addSp modSp mod">
        <pc:chgData name="HISAMOTO Shinta" userId="eb1d7c73-8315-423e-b450-3e5d57b009d9" providerId="ADAL" clId="{FF7817E4-3293-4EFC-8C08-E8F4FFC71592}" dt="2026-07-01T04:12:03.842" v="6" actId="1076"/>
        <pc:sldMkLst>
          <pc:docMk/>
          <pc:sldMk cId="839163588" sldId="256"/>
        </pc:sldMkLst>
        <pc:picChg chg="add mod">
          <ac:chgData name="HISAMOTO Shinta" userId="eb1d7c73-8315-423e-b450-3e5d57b009d9" providerId="ADAL" clId="{FF7817E4-3293-4EFC-8C08-E8F4FFC71592}" dt="2026-07-01T04:12:03.842" v="6" actId="1076"/>
          <ac:picMkLst>
            <pc:docMk/>
            <pc:sldMk cId="839163588" sldId="256"/>
            <ac:picMk id="5" creationId="{2575BCFE-388E-55C4-E831-5D56F4DE77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027D01-7FE5-4311-C39A-97C4AF71E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953EAC3-1AAF-F5CE-8D5C-8282FE0E5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9E4EEF-1642-DB42-A00E-92F960C2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301450-DEE0-BB27-CE43-1A6D02EE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27E01A-2989-7F60-BD99-D2348A3A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58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D9ABCE-7143-DA23-65AD-FDC2E933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FADD5C-3354-5AB6-A56B-3A4541C35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E0FE90-F957-366D-5217-103C94CA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AFEA13-BA48-2EC1-1143-30AEB921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3433F8-7A2A-1F17-6AB9-101740BA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F03CD-A0AE-0324-A8E5-247B73CE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3A5B80-1A07-196B-5A57-226899997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1D0DF9-745B-AEB6-DC5F-EE0763B3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CD612F-B12D-F611-4D2F-76E33B5D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5A6BD0-E5C8-F8AB-B664-4A22C125B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74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68C649-5636-944B-F52C-D036002F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2CBC36-F2AA-3B12-CB46-FC109C94A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0E877E-349B-1B94-70FD-ED09C50A5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EEECBB-5F5B-A42C-D5C8-6F7F7D96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FBBDB0-3B58-D07B-65FC-E4EF4586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223A-2C2E-552F-5C11-52E9C697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64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4F4881-EE26-8589-6A29-7E646764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79C4D1-2D37-7E51-007B-F76A0A164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F1CD87-BEE6-9A2F-025A-B92C7B95D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6FDB1A-1B6E-2AB0-63A6-6DE540082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AE65A2C-AABA-207F-B904-EFE5BDA562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60256BE-AB7E-0E65-1B77-5C3C73ED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BE6595-0CE9-417B-3DC6-7A9B5B05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23038A3-AAFE-2524-5DA4-0F368AF5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536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58A7D3-2C81-CE77-9B97-87794753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24E16B5-9BDC-0BC4-F542-68DCC51C9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2887923-35DE-7665-9123-1770C913B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D7D6ECC-2C66-36C6-6564-1B0E06DA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80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FD11AF-3A8F-6F48-E1C6-A0454F1E1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D34F6F-8863-D810-E324-E71647E6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A6EA76-2E21-85FC-95C5-DB100C59B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0335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FE14E3-007D-F88F-1E70-F82D45B99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8F2007-DF5E-EC4B-D76D-B054D6E7A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93B630-C7DD-13B6-0D2E-CC4576C58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CC646C-DBEB-FFB6-F2D8-22FBBFA8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1A7031-ABA3-ECDC-C0D7-5DF92138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AA09FE-C3CE-01A5-B5CD-EEC1886A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202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D9BDF0-0166-ACBC-FACA-B8CE1BB5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370A07D-9D67-87CA-8DCC-6BB5DD9B7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2DBE1F-C6E2-4B6A-E9F5-CC2C0B221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B87240-ED97-1564-FDC9-F8D58B4D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0EC855-2BF3-493C-99BA-54282C5C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EBAF28-6B47-8A4D-8FCA-AD3A2236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3956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B1D2C2-8EF0-92EA-45A1-30A5C1D1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17AB63-F1C4-DF49-7FEE-FB1541A82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C180FB-BB5B-1CF2-642F-CCCA3B4E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4CB0FF-70B3-ECD8-D670-47493DF0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7456C2-5F24-3133-1E92-D9AE68F7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120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098FE4-D1C2-1463-0AE8-7560344879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0A3A4B-A522-E30B-A633-2E7A98B72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EA97B-D2B7-E511-7CC7-6BD2339C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532A4C-F5B8-6355-C649-DD077818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D00CCB-A4F6-2D47-7D46-69D3CCCE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26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948CD9A-FE54-5191-F737-9E448C437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906AEC-ED40-EBB9-DDC9-3D97835E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EFF8BA-93E4-8F2E-850F-8B70354D3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87290-FB56-4BE8-AD47-43E27A0A4DE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A9A8D8-55A8-03E7-B973-68C8E5BB9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4F6588-17ED-5B25-0425-A65E57ED9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7D4B6-5DE6-47B8-B07A-4AB69341B5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03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9552B-C2D7-1BF9-8BBB-E8BB10E4D4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4193F1-C9F8-22D0-422D-5962F0C72F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575BCFE-388E-55C4-E831-5D56F4DE7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60" y="0"/>
            <a:ext cx="10490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6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HISAMOTO Shinta</dc:creator>
  <cp:lastModifiedBy>HISAMOTO Shinta</cp:lastModifiedBy>
  <cp:revision>1</cp:revision>
  <dcterms:created xsi:type="dcterms:W3CDTF">2026-07-01T03:53:09Z</dcterms:created>
  <dcterms:modified xsi:type="dcterms:W3CDTF">2026-07-01T04:12:09Z</dcterms:modified>
</cp:coreProperties>
</file>